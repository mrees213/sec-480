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B3B037-B10C-48E2-A605-3DDEB5254F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4020DD-21E6-48A4-8AC6-C7B53784CF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45265FD-8372-4B3A-837C-55CB7170625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764000"/>
            <a:ext cx="8640000" cy="93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5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Module 6 · Synthesis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844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417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Directing the work.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If you are not doing the work, what are you doing?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76000" y="1530000"/>
            <a:ext cx="8928000" cy="324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48000" y="1573200"/>
            <a:ext cx="186912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661120" y="1573200"/>
            <a:ext cx="305856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Doing the 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863680" y="1573200"/>
            <a:ext cx="35683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Directing the 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48000" y="1926000"/>
            <a:ext cx="18691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How it fails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661120" y="1926000"/>
            <a:ext cx="305856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You get it wrong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863680" y="1926000"/>
            <a:ext cx="35683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It goes wrong and you do not notice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76000" y="2444400"/>
            <a:ext cx="8928000" cy="554400"/>
          </a:xfrm>
          <a:prstGeom prst="rect">
            <a:avLst/>
          </a:prstGeom>
          <a:solidFill>
            <a:srgbClr val="EFF1EA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48000" y="2480400"/>
            <a:ext cx="18691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What you produce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661120" y="2480400"/>
            <a:ext cx="305856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The result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863680" y="2480400"/>
            <a:ext cx="356832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The plan, the standard, and the log of where you stepped 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76000" y="2984400"/>
            <a:ext cx="8928000" cy="216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23400" rIns="90000" bIns="-234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48000" y="3034800"/>
            <a:ext cx="18691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What is marked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661120" y="3034800"/>
            <a:ext cx="305856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The result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863680" y="3034800"/>
            <a:ext cx="35683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Your direction of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Doing, or directing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Unit 2 in one picture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This module is where the unit's arc closes.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Doing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Unit 1: your hands on everything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Running without you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Module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Failing quietly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Module 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Directing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Module 6: plan, standard, judgement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This week's work is your own repository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Could somebody else find your work without asking you?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You will change your repository this week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by directing an AI platform to do it, on a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module_06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branch.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You do not have to copy our folder layout. Organise it your way.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Nothing already graded moves.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If it is somewhere odd, leave it and add a map.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Legible, never conform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Meet Sam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Plan at depth, before anything is produced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An </a:t>
            </a:r>
            <a:r>
              <a:rPr lang="en-US" sz="27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act</a:t>
            </a: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is one of the four numbered sections of the lab. Each states what it is worth and how you know it worked. Nine checks, CP1 to CP9, are marked through them.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0F3D57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 1 · Plan at depth, before anything is produced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CP1 · CP2 · 2 pts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Write the standard before the output exists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CP3 · 1 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Direct the work, and keep the 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CP4 to CP7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Judge it against your own criteria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CP8 · CP9 · 2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Plan first, change nothing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Set up: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branch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module_06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four issues (one per act, owner, date,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Milestone_02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)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before any real work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. Then walk your repo as a stranger would.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plan.md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what you will change, in what order and why, what each change is for, and what you are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not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touching, graded work included.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First line,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how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it gets done: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Mode: project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chat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or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by-hand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(you do it yourself). All worth the same.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1, in one picture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Sam's plan.md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Mode: project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1.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README map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of every journal, branches included. First: everything points to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2.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Branch index: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what each branch holds.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3.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Plain names for new files only.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Not touching: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banana_notes.md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journal1.md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j2 FINAL final.md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Tech_journal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. All graded.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Write the standard before the output exists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Still nothing produced. One short file.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Plan at depth, before anything is produced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CP1 · CP2 · 2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0F3D57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 2 · Write the standard before the output exists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CP3 · 1 pt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Direct the work, and keep the 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CP4 to CP7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Judge it against your own criteria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CP8 · CP9 · 2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What would make this work good?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Six to ten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checkable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statements in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criteria.md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in your own words.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Checkable: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somebody else could mark it met or not met without asking you.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Commit it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before the first act 3 commit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"Well organised" is not checkable. "Any module's journal is findable from the README in under three clicks" is.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The standard comes first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Three of Sam's criteria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76000" y="1530000"/>
            <a:ext cx="8928000" cy="324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48000" y="1573200"/>
            <a:ext cx="16992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Kind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491200" y="1573200"/>
            <a:ext cx="38232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Sam's criterion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458400" y="1573200"/>
            <a:ext cx="29736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Why it is in this row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48000" y="1926000"/>
            <a:ext cx="16992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Good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491200" y="1926000"/>
            <a:ext cx="38232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stranger finds any journal in under three clicks from the README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458400" y="1926000"/>
            <a:ext cx="29736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Checkable, and it is the point of the module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76000" y="2444400"/>
            <a:ext cx="8928000" cy="554400"/>
          </a:xfrm>
          <a:prstGeom prst="rect">
            <a:avLst/>
          </a:prstGeom>
          <a:solidFill>
            <a:srgbClr val="EFF1EA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48000" y="2480400"/>
            <a:ext cx="16992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Too easy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491200" y="2480400"/>
            <a:ext cx="38232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The repository has a README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458400" y="2480400"/>
            <a:ext cx="29736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It already did. It said "hi"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76000" y="2984400"/>
            <a:ext cx="8928000" cy="216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23400" rIns="90000" bIns="-234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48000" y="3034800"/>
            <a:ext cx="16992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Turns out wrong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491200" y="3034800"/>
            <a:ext cx="38232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Every file has a clear name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458400" y="3034800"/>
            <a:ext cx="29736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Find out in act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Direct the work, and keep the log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Your repository changes this act. What is marked is the log of how you steered it.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Plan at depth, before anything is produced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CP1 · CP2 · 2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Write the standard before the output exists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CP3 · 1 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0F3D57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 3 · Direct the work, and keep the log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CP4 to CP7 · 4 pts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Judge it against your own criteria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CP8 · CP9 · 2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marks your log, not your repository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4 of 9 points.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interventions.md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is the deliverable.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Four kinds of stepping in: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correcting, redirecting, rejecting, and accepting something you were unsure about.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Each entry: what it did, what you did, why.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Nothing graded moves. If it proposes a move, that is a rejection, and it goes in the log.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3, in one picture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Sam's interventions.md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An empty log is one of two things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job too small to need directing.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693"/>
              </a:spcAft>
            </a:pPr>
            <a:r>
              <a:rPr lang="en-US" sz="27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Or a person who stopped watching.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If the log is empty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Judge it against your own criteria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Every criterion, met or not met. Then the one that was the wrong thing to ask for.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Plan at depth, before anything is produced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CP1 · CP2 · 2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Write the standard before the output exists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CP3 · 1 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Direct the work, and keep the 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CP4 to CP7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0F3D57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 4 · Judge it against your own criteria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CP8 · CP9 · 2 pts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Which of your own criteria was wrong?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2 points. Every criterion from act 2, judged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met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or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not met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with the evidence.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Then the part that carries it: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name one criterion that was the wrong thing to ask for.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It can be wrong in one of three ways: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Easy to meet and improved nothing.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Turned out not to be checkable after all.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Or something that mattered and no criterion covered.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4, in one picture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Sam's judgement.md: the same three criteria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76000" y="1530000"/>
            <a:ext cx="8928000" cy="324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648000" y="1573200"/>
            <a:ext cx="25056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Criterion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297600" y="1573200"/>
            <a:ext cx="12528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Met?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694400" y="1573200"/>
            <a:ext cx="25056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Evidence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344000" y="1573200"/>
            <a:ext cx="20880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Wrong to ask?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48000" y="1926000"/>
            <a:ext cx="25056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Any journal in under three clicks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297600" y="1926000"/>
            <a:ext cx="12528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694400" y="1926000"/>
            <a:ext cx="25056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README to Tech_journal: two clicks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344000" y="1926000"/>
            <a:ext cx="20880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76000" y="2444400"/>
            <a:ext cx="8928000" cy="554400"/>
          </a:xfrm>
          <a:prstGeom prst="rect">
            <a:avLst/>
          </a:prstGeom>
          <a:solidFill>
            <a:srgbClr val="EFF1EA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48000" y="2480400"/>
            <a:ext cx="25056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Has a README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297600" y="2480400"/>
            <a:ext cx="12528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4694400" y="2480400"/>
            <a:ext cx="25056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Already there; said "hi"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344000" y="2480400"/>
            <a:ext cx="20880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Yes: easy to meet, improved nothing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76000" y="2984400"/>
            <a:ext cx="8928000" cy="216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23400" rIns="90000" bIns="-234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48000" y="3034800"/>
            <a:ext cx="25056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Every file has a clear name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297600" y="3034800"/>
            <a:ext cx="12528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Not met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694400" y="3034800"/>
            <a:ext cx="25056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j2 FINAL final.md kept, it is graded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344000" y="3034800"/>
            <a:ext cx="2088000" cy="76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Yes: meeting it breaks the hard rule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Module 6, recapped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What each act left in your repository. Plus </a:t>
            </a:r>
            <a:r>
              <a:rPr lang="en-US" sz="27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Journal 6</a:t>
            </a: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due with the lab.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Plan at depth, before anything is produced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plan.md, four issues, a branch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Write the standard before the output exists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criteria.md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Direct the work, and keep the log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interventions.md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Judge it against your own criteria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judgement.md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From directing to leaving it alone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Module 6: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the AI changed your repository while you watched, and you stepped in.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Project 2: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nobody watches. Something you schedule commits on its own.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The habits carry over: a plan before it runs, a standard before you see output, a record of what it did. Those are what keep an unattended run safe.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Project 2 · It writes while you are away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Everything you have scheduled so far produced </a:t>
            </a:r>
            <a:r>
              <a:rPr lang="en-US" sz="27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text a person read</a:t>
            </a: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This one </a:t>
            </a:r>
            <a:r>
              <a:rPr lang="en-US" sz="27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changes state</a:t>
            </a: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: it commits to your repository, on a schedule, while you are elsewhere.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21 points. Due </a:t>
            </a:r>
            <a:r>
              <a:rPr lang="en-US" sz="27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Thursday 22 October, 9:00 pm</a:t>
            </a: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with Survey 02.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Project 2 in one picture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Four acts, 21 points. Act 2 is the first thing in the course that changes state while you are away.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Design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Branch or file named first · 5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Build it and leave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It commits on a schedule · 7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How would you know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If it stopped, while saying it worked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Hand it over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And your own judgement · 5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It already acted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Project 2 · Constraint 1: never write to main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Primary branch =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main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where your graded work lives.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Your scheduled run writes only to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its own branch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(e.g.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project-02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)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or one named file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Name it in act 1, before you build anything.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Project 2 · Constraint 2: write permission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48000" y="1530000"/>
            <a:ext cx="8784000" cy="440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Your scheduled task must be able to write to your repo.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The repo is yours, but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the run is not you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: it is Claude, using the GitHub connector's permissions.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Connector set to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read only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or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no scheduling control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on your account? Then it cannot write.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By-hand route, full marks: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at each run time, open a fresh chat, paste the same instructions, let it write. Two sittings, hours apart, times written down.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Top of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notes.md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: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Route: scheduled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or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Route: by-hand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Due dates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Module 6 lab and Journal 6: Thursday 15 October, 9:00 pm.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Project 2 and Survey 02: Thursday 22 October, 9:00 pm.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One pull request carries it all in. It only bundles the files: nobody reviews it, approves it, or merges it. Open it, say what is in it, and you are done.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Module 6 and Project 2, on one page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576000" y="1530000"/>
            <a:ext cx="8928000" cy="324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648000" y="1573200"/>
            <a:ext cx="203904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2831040" y="1573200"/>
            <a:ext cx="35683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What you produce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543360" y="1573200"/>
            <a:ext cx="28886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48000" y="1926000"/>
            <a:ext cx="20390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Module 6 lab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831040" y="1926000"/>
            <a:ext cx="356832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plan, criteria, log, judgement: one pull request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543360" y="1926000"/>
            <a:ext cx="28886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Thu 15 Oct, 9:00 pm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576000" y="2444400"/>
            <a:ext cx="8928000" cy="331200"/>
          </a:xfrm>
          <a:prstGeom prst="rect">
            <a:avLst/>
          </a:prstGeom>
          <a:solidFill>
            <a:srgbClr val="EFF1EA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648000" y="2480400"/>
            <a:ext cx="20390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Journal 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2831040" y="2480400"/>
            <a:ext cx="35683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Your entry for this week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543360" y="2480400"/>
            <a:ext cx="28886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Thu 15 Oct, 9:00 pm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48000" y="2811600"/>
            <a:ext cx="20390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Project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2831040" y="2811600"/>
            <a:ext cx="356832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scheduled run that commits to its own branch, and the record of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543360" y="2811600"/>
            <a:ext cx="28886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Thu 22 Oct, 9:00 pm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76000" y="3553200"/>
            <a:ext cx="8928000" cy="554400"/>
          </a:xfrm>
          <a:prstGeom prst="rect">
            <a:avLst/>
          </a:prstGeom>
          <a:solidFill>
            <a:srgbClr val="EFF1EA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76000" y="3538800"/>
            <a:ext cx="8928000" cy="216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23400" rIns="90000" bIns="-234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648000" y="3589200"/>
            <a:ext cx="20390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Survey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2831040" y="3589200"/>
            <a:ext cx="356832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Compared against your own S01 answers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6543360" y="3589200"/>
            <a:ext cx="28886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Thu 22 Oct, 9:00 pm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Unit 2, recapped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This closes the unit. Unit 3 starts next week with module 7.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Module 4 · Groundwork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Set something running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Module 5 · Application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Broke it on purpose, read the report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Module 6 · Synthesis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Directed the work and judged 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Project 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It writes while nobody watches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