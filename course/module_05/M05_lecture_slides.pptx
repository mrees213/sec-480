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D7F1FB-234B-40DA-813C-D957085336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CBBA4F-22A0-4CD9-BC0C-B698FEC176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CFD3092-4229-4C2D-BF8C-E60FDA41FF7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764000"/>
            <a:ext cx="8640000" cy="93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5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Module 5 · Application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844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417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When it fails and nobody is watching.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The question this module asks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How would you know if it had stopped doing the job,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693"/>
              </a:spcAft>
            </a:pPr>
            <a:r>
              <a:rPr lang="en-US" sz="27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while continuing to report that it had?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 crash is a gift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76000" y="1530000"/>
            <a:ext cx="8928000" cy="324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48000" y="1573200"/>
            <a:ext cx="186912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661120" y="1573200"/>
            <a:ext cx="305856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Module 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863680" y="1573200"/>
            <a:ext cx="35683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Module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48000" y="1926000"/>
            <a:ext cx="18691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Inputs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2661120" y="1926000"/>
            <a:ext cx="305856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One, chosen by you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863680" y="1926000"/>
            <a:ext cx="35683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Six, chosen by other people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76000" y="2221200"/>
            <a:ext cx="8928000" cy="331200"/>
          </a:xfrm>
          <a:prstGeom prst="rect">
            <a:avLst/>
          </a:prstGeom>
          <a:solidFill>
            <a:srgbClr val="EFF1EA"/>
          </a:solidFill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648000" y="2257200"/>
            <a:ext cx="18691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Runs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661120" y="2257200"/>
            <a:ext cx="305856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Once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863680" y="2257200"/>
            <a:ext cx="35683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Repeatedly, on a schedule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76000" y="2538000"/>
            <a:ext cx="8928000" cy="216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23400" rIns="90000" bIns="-234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48000" y="2588400"/>
            <a:ext cx="18691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The failure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661120" y="2588400"/>
            <a:ext cx="305856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Did it run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5863680" y="2588400"/>
            <a:ext cx="356832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83"/>
              </a:spcAft>
            </a:pPr>
            <a:r>
              <a:rPr lang="en-US" sz="16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Did it run and quietly do nothing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 crash tells you. This does not.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Where module 4 left you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In module 4 you wrote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handover.md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. Question 3: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how would somebody know it had stopped working?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That answer was a prediction. Nobody has tested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Question 2 lists what your work relies on. Each item is a place it can fail quietly.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This week tests both. Act 3 breaks one of those items, and you find out if you were right.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The handover was a hypothesis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Three terms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Queue.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Work arriving from other people, in whatever shape they sent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Loop.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The same procedure over each item in turn. The inputs vary, the procedure does not.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Refusal.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The procedure stopping and saying it cannot proceed.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 good outcome.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Using an agent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Hand off anything.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You own what comes back.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When an agent wrote most of a file: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operator-notes.md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beside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Four lines: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what you asked · two claims you checked, and how · one thing you changed or rejected · what you would not trust.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The journal is always yours.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Module 5 in one picture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Module 4 got something running. This module finds out what it does when nobody is looking.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It runs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Module 4: one input, one run, while you were away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On other people's 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Six tickets, uneven on purpose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It fails quietly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Finishes, reports success, and is wrong or empty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It says when it cannot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 refusal nobody mistakes for an answer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Work the queue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An </a:t>
            </a:r>
            <a:r>
              <a:rPr lang="en-US" sz="27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act</a:t>
            </a: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is one of the four numbered sections of the lab. Each states what it is worth and how you know it worked.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0F3D57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Act 1 · Work the queue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 tickets, one procedure · 4 pts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Every 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 morning recap, and what it cannot tell you · 3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Break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Predict, break it, do not watch · 7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Teach it to stop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What it does when it cannot proceed · 4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Six tickets, one procedure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Six tickets, exported Tuesday, in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course/module_05/M05_queue/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Point your Skill at each one in turn. Do not fix the tickets first.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Do not rewrite the procedure yet. Act 4 is where that happens.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One row per ticket in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queue-results.md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outcome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handled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refused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or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wrong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and an owner,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agent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or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person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Six tickets in, three outcomes out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They were written by six different people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A ticket is what somebody typed while annoyed. It is not a specification.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Read the notes as carefully as the description. They were written by different people at different times.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A requester who has already decided what happened is still telling you something useful. It is just not the thing they think.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Every day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 second scheduled task, the opposite kind of work: the same thing, every morning.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Work the queue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Six tickets, one procedure · 4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0F3D57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Act 2 · Every day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 morning recap, and what it cannot tell you · 3 pts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Break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Predict, break it, do not watch · 7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Teach it to stop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What it does when it cannot proceed · 4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 morning recap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 morning recap: what is open, what is due, what is closest.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GitHub snapshots your issues every morning; the recap reads the snapshot.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The snapshot goes in through the Project's Context box, then Sync.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Daily. Bound to the same Project. Let it run at least twice.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What can it not tell you?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Look at where it reads from.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Two machines, one Sync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Break it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The largest act in the unit. 7 of 18 points.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Work the queue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Six tickets, one procedure · 4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Every 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 morning recap, and what it cannot tell you · 3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0F3D57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Act 3 · Break 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Predict, break it, do not watch · 7 pts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Teach it to stop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What it does when it cannot proceed · 4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Predict, break it, and leave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1.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Predict first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and commit it before the break exists.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2. Break something your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handover.md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 says it relies on. Something it reads, not something it needs.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3. Let it run.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Do not watch.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4. Come back and read what it produced.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3, in four steps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27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If you predicted an error and got a clean report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That is full marks.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Not a failed experiment. Not a break that did not take.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It is the thing this whole unit is about, and you are now holding the evidence.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Teach it to stop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Write down what the procedure does when it cannot proceed.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Work the queue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Six tickets, one procedure · 4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Every 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A morning recap, and what it cannot tell you · 3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Break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Predict, break it, do not watch · 7 pts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0F3D57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Act 4 · Teach it to stop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What it does when it cannot proceed · 4 pts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It has no way of saying I cannot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Your procedure cannot say </a:t>
            </a:r>
            <a:r>
              <a:rPr lang="en-US" sz="2400" b="1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I cannot do this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so it answers anyway.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What it requires before it starts.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What is out of scope.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What it does with an incomplete input. Asking is valid. Guessing is not.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How a refusal is worded, so nobody mistakes it for an answer.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34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Before and after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1"/>
          <a:stretch/>
        </p:blipFill>
        <p:spPr>
          <a:xfrm>
            <a:off x="648000" y="1512000"/>
            <a:ext cx="8784000" cy="34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Due Thursday 8 October, 9:00 pm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The lab, 18 points: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notes.md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queue-results.md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recap.md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prediction.md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break.md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Courier New"/>
              </a:rPr>
              <a:t>handling.md</a:t>
            </a: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, the rewritten Skill, four issues and the recap task.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The journal, 6 points, six headings.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2409"/>
              </a:spcAft>
            </a:pPr>
            <a:r>
              <a:rPr lang="en-US" sz="2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• One pull request carries it all in. It only bundles the files: nobody reviews it, approves it, or merges it. Open it, say what is in it, and you are done.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 txBox="1"/>
          <p:nvPr/>
        </p:nvSpPr>
        <p:spPr>
          <a:xfrm>
            <a:off x="648000" y="378000"/>
            <a:ext cx="8784000" cy="79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850"/>
              </a:spcAft>
            </a:pPr>
            <a:r>
              <a:rPr lang="en-US" sz="40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Module 5, recapped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48000" y="1242000"/>
            <a:ext cx="1800000" cy="36000"/>
          </a:xfrm>
          <a:prstGeom prst="rect">
            <a:avLst/>
          </a:prstGeom>
          <a:solidFill>
            <a:srgbClr val="0F3D57"/>
          </a:solidFill>
          <a:ln w="0">
            <a:noFill/>
          </a:ln>
        </p:spPr>
        <p:txBody>
          <a:bodyPr lIns="90000" tIns="-9000" rIns="90000" bIns="-9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48000" y="1530000"/>
            <a:ext cx="8784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2693"/>
              </a:spcAft>
            </a:pPr>
            <a:r>
              <a:rPr lang="en-US" sz="27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What each act left in your repository.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48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1 · Work the queue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queue-results.md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2574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2934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2 · Every 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recap.md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860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220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3 · Break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prediction.md, break.md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146000" y="3924000"/>
            <a:ext cx="3600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850"/>
              </a:spcAft>
            </a:pPr>
            <a:r>
              <a:rPr lang="en-US" sz="2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7506000" y="3348000"/>
            <a:ext cx="1926000" cy="1656000"/>
          </a:xfrm>
          <a:prstGeom prst="rect">
            <a:avLst/>
          </a:prstGeom>
          <a:solidFill>
            <a:srgbClr val="D3E6DF"/>
          </a:solidFill>
          <a:ln w="0">
            <a:solidFill>
              <a:srgbClr val="0F3D57"/>
            </a:solidFill>
          </a:ln>
        </p:spPr>
        <p:txBody>
          <a:bodyPr lIns="90000" tIns="45000" rIns="90000" bIns="45000" anchor="ctr">
            <a:spAutoFit/>
          </a:bodyPr>
          <a:p>
            <a:pPr algn="ctr">
              <a:spcAft>
                <a:spcPts val="567"/>
              </a:spcAft>
            </a:pPr>
            <a:r>
              <a:rPr lang="en-US" sz="1800" b="1" u="none" strike="noStrike">
                <a:solidFill>
                  <a:srgbClr val="0F3D57"/>
                </a:solidFill>
                <a:effectLst/>
                <a:uFillTx/>
                <a:latin typeface="Arial"/>
              </a:rPr>
              <a:t>Act 4 · Teach it to stop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Aft>
                <a:spcPts val="283"/>
              </a:spcAft>
            </a:pPr>
            <a:r>
              <a:rPr lang="en-US" sz="1400" b="0" u="none" strike="noStrike">
                <a:solidFill>
                  <a:srgbClr val="111418"/>
                </a:solidFill>
                <a:effectLst/>
                <a:uFillTx/>
                <a:latin typeface="Arial"/>
              </a:rPr>
              <a:t>handling.md, the updated Skill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